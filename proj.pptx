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7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4" r:id="rId12"/>
    <p:sldId id="259" r:id="rId13"/>
  </p:sldIdLst>
  <p:sldSz cx="12192000" cy="6858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ECAD1A-2745-7E84-85A9-F5547341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FEFA48-EEC4-0467-E68B-625474BD8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9918601-47B9-2E0B-5E09-A496716C6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4523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2CFC06-0F6C-F792-3849-C0F78C6F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BEFB5CA-C482-C396-49DB-E911FCD4D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8FF782F-ED12-1283-EDD0-493044DB4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57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1CADB34-B403-1A5F-6BB8-8888825D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5427011-BCE3-45C9-3D26-827621181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62F22D8-8945-0B7C-0CB5-7167D978C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465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C1186F-B793-D567-58A3-9DAB0F3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809DE01-1F6F-77D8-4868-123595940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8627C13-D5D2-62D2-59AB-9EFB0AC7F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281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4429DC-305C-35DD-DC9C-25AC37C6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DDF7C62-5914-F61D-74C1-3DAC32EE9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BA298BD-1F2B-5C60-D368-483B86B12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6835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C63DF50-788B-CA35-2197-B4A53B24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C1C5CFA-350F-ED4E-804D-29589177B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3BC25B-D4DD-90B7-00C9-3A24CE913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809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DAF9037-40F9-182D-3FD8-21BF5C58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27588C8-AF40-6ACE-A96F-0A73108FD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7A27B53-9421-0FED-5748-817E14559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696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EF48726-BCFA-C10B-39B9-F46070B2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402B341-EF4A-A541-A36A-1D3D473F8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A2832C8-6BFE-5FB3-76E9-A8B1CF0B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4149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C6EAAC-8B80-55D1-BB17-EEA92C54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56B40D-A99B-93FC-28CC-BD3B2DE9A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D1C4330-C5E9-2D3C-B94C-A4349E3F1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8263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4EC9-EB2D-5B05-D007-6A1A0BD3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0485E-81B2-489C-3AF8-D0BC37BBF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8;p1">
            <a:extLst>
              <a:ext uri="{FF2B5EF4-FFF2-40B4-BE49-F238E27FC236}">
                <a16:creationId xmlns:a16="http://schemas.microsoft.com/office/drawing/2014/main" id="{F5B0D889-8554-90B2-3724-64AE875385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2" y="0"/>
            <a:ext cx="12190815" cy="63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0CAD6-9B4A-7200-B5FF-66A15D260E05}"/>
              </a:ext>
            </a:extLst>
          </p:cNvPr>
          <p:cNvSpPr txBox="1"/>
          <p:nvPr/>
        </p:nvSpPr>
        <p:spPr>
          <a:xfrm>
            <a:off x="4208203" y="3429000"/>
            <a:ext cx="4159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Library Database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9D53C-4037-42C8-2D55-7ED0B33A078E}"/>
              </a:ext>
            </a:extLst>
          </p:cNvPr>
          <p:cNvSpPr txBox="1"/>
          <p:nvPr/>
        </p:nvSpPr>
        <p:spPr>
          <a:xfrm>
            <a:off x="5563758" y="3918792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Using MYSQL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DF92-053B-9320-8A07-A25B2A839E7B}"/>
              </a:ext>
            </a:extLst>
          </p:cNvPr>
          <p:cNvSpPr txBox="1"/>
          <p:nvPr/>
        </p:nvSpPr>
        <p:spPr>
          <a:xfrm>
            <a:off x="353961" y="4907135"/>
            <a:ext cx="2202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Project Submitted By: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9F841-23F0-07CA-1132-C353F2659C91}"/>
              </a:ext>
            </a:extLst>
          </p:cNvPr>
          <p:cNvSpPr txBox="1"/>
          <p:nvPr/>
        </p:nvSpPr>
        <p:spPr>
          <a:xfrm>
            <a:off x="232989" y="5339556"/>
            <a:ext cx="22349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V.Raja</a:t>
            </a:r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Sekhar Reddy</a:t>
            </a:r>
          </a:p>
          <a:p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IN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Ch.Pavan</a:t>
            </a:r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Kumar</a:t>
            </a:r>
          </a:p>
        </p:txBody>
      </p:sp>
    </p:spTree>
    <p:extLst>
      <p:ext uri="{BB962C8B-B14F-4D97-AF65-F5344CB8AC3E}">
        <p14:creationId xmlns:p14="http://schemas.microsoft.com/office/powerpoint/2010/main" val="353963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3D8C8D-0F21-0446-B7A1-E039126CB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864256"/>
              </p:ext>
            </p:extLst>
          </p:nvPr>
        </p:nvGraphicFramePr>
        <p:xfrm>
          <a:off x="1111045" y="1000431"/>
          <a:ext cx="9665112" cy="485713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21704">
                  <a:extLst>
                    <a:ext uri="{9D8B030D-6E8A-4147-A177-3AD203B41FA5}">
                      <a16:colId xmlns:a16="http://schemas.microsoft.com/office/drawing/2014/main" val="866975815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317590572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713014669"/>
                    </a:ext>
                  </a:extLst>
                </a:gridCol>
              </a:tblGrid>
              <a:tr h="326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S.No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647672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publisher information such as name, address, and phone number.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502179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book details including Book ID, Title, and Publisher reference.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57088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tbl_book_authors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author details for each book and links authors to books.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406158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tbl_library_branch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details of library branches such as branch name and address.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65266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tbl_book_copies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Maintains the number of copies of each book available at each branch.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352256"/>
                  </a:ext>
                </a:extLst>
              </a:tr>
              <a:tr h="78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tbl_borrower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borrower information including card number, name, address, and phone.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10178"/>
                  </a:ext>
                </a:extLst>
              </a:tr>
              <a:tr h="969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tbl_book_loans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Records book loan transactions including book ID, branch ID, borrower card number, issue date, and due date.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395610"/>
                  </a:ext>
                </a:extLst>
              </a:tr>
            </a:tbl>
          </a:graphicData>
        </a:graphic>
      </p:graphicFrame>
      <p:sp>
        <p:nvSpPr>
          <p:cNvPr id="10" name="Google Shape;105;p3">
            <a:extLst>
              <a:ext uri="{FF2B5EF4-FFF2-40B4-BE49-F238E27FC236}">
                <a16:creationId xmlns:a16="http://schemas.microsoft.com/office/drawing/2014/main" id="{D83CC186-39AC-277C-6049-3E7B047F1027}"/>
              </a:ext>
            </a:extLst>
          </p:cNvPr>
          <p:cNvSpPr txBox="1"/>
          <p:nvPr/>
        </p:nvSpPr>
        <p:spPr>
          <a:xfrm>
            <a:off x="437488" y="328063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Table and Description</a:t>
            </a:r>
            <a:endParaRPr lang="en-US" sz="2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1DEAF-CE77-F442-3ED9-0542494F007A}"/>
              </a:ext>
            </a:extLst>
          </p:cNvPr>
          <p:cNvSpPr txBox="1"/>
          <p:nvPr/>
        </p:nvSpPr>
        <p:spPr>
          <a:xfrm>
            <a:off x="245806" y="6376048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042DBD-BE96-E116-D703-6BCAAC85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51342FD-4280-0A1F-58C1-FB870F85E912}"/>
              </a:ext>
            </a:extLst>
          </p:cNvPr>
          <p:cNvSpPr txBox="1"/>
          <p:nvPr/>
        </p:nvSpPr>
        <p:spPr>
          <a:xfrm>
            <a:off x="427656" y="416554"/>
            <a:ext cx="2325377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C33BC-381B-0C1D-6E87-FA9B58219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061884"/>
            <a:ext cx="10736825" cy="5024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952F2-8954-42AD-21B9-BBF5244E63AE}"/>
              </a:ext>
            </a:extLst>
          </p:cNvPr>
          <p:cNvSpPr txBox="1"/>
          <p:nvPr/>
        </p:nvSpPr>
        <p:spPr>
          <a:xfrm>
            <a:off x="226142" y="6361471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23759-0374-43D1-0F1A-A2EF0AFDE728}"/>
              </a:ext>
            </a:extLst>
          </p:cNvPr>
          <p:cNvSpPr txBox="1"/>
          <p:nvPr/>
        </p:nvSpPr>
        <p:spPr>
          <a:xfrm>
            <a:off x="2684207" y="505788"/>
            <a:ext cx="851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visually shows how all tables are related using Primary Keys and Foreign Keys before implementing them in SQL.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252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3B24B5E-8482-C3DD-53CA-865828B5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95C7873-76C4-AE59-C840-016F81E86AA9}"/>
              </a:ext>
            </a:extLst>
          </p:cNvPr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8522C1-E110-6C4F-9B3D-7B3582FA175F}"/>
              </a:ext>
            </a:extLst>
          </p:cNvPr>
          <p:cNvSpPr txBox="1"/>
          <p:nvPr/>
        </p:nvSpPr>
        <p:spPr>
          <a:xfrm>
            <a:off x="540774" y="1111045"/>
            <a:ext cx="860322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000"/>
              </a:spcBef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.How many copies of the book titled "The Lost Tribe" are owned by the library branch whose name is "Sharpstown"?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D1E199-947E-D219-4115-3D30326B2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7" y="2212258"/>
            <a:ext cx="8393020" cy="1868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2223F7-C0FF-CCCC-6786-CEACFD90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7" y="4637849"/>
            <a:ext cx="7624395" cy="917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17B8F3F-E3AF-25E8-66BD-D46321A3B1CA}"/>
              </a:ext>
            </a:extLst>
          </p:cNvPr>
          <p:cNvSpPr txBox="1"/>
          <p:nvPr/>
        </p:nvSpPr>
        <p:spPr>
          <a:xfrm>
            <a:off x="137131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No:3</a:t>
            </a:r>
          </a:p>
        </p:txBody>
      </p:sp>
    </p:spTree>
    <p:extLst>
      <p:ext uri="{BB962C8B-B14F-4D97-AF65-F5344CB8AC3E}">
        <p14:creationId xmlns:p14="http://schemas.microsoft.com/office/powerpoint/2010/main" val="178794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2516B1F-90E0-1ACA-DA44-3C053C53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66DD1DEC-77BC-F1B3-89E8-DEBA1AF3811A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6C210-4CD4-5850-5667-3D5785EBA3C3}"/>
              </a:ext>
            </a:extLst>
          </p:cNvPr>
          <p:cNvSpPr txBox="1"/>
          <p:nvPr/>
        </p:nvSpPr>
        <p:spPr>
          <a:xfrm>
            <a:off x="427656" y="1179871"/>
            <a:ext cx="8716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.How many copies of the book titled "The Lost Tribe" are owned by each library branch?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00C80-B2DA-1678-95CB-B5DBFF23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" y="1887794"/>
            <a:ext cx="8421580" cy="1681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F2065-03D5-543D-AAF1-96007FA0D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34" y="4198374"/>
            <a:ext cx="8243639" cy="1224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05F1B5-EE8D-63B7-E593-DC37B510F64C}"/>
              </a:ext>
            </a:extLst>
          </p:cNvPr>
          <p:cNvSpPr txBox="1"/>
          <p:nvPr/>
        </p:nvSpPr>
        <p:spPr>
          <a:xfrm>
            <a:off x="153068" y="6366215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No:4</a:t>
            </a:r>
          </a:p>
        </p:txBody>
      </p:sp>
    </p:spTree>
    <p:extLst>
      <p:ext uri="{BB962C8B-B14F-4D97-AF65-F5344CB8AC3E}">
        <p14:creationId xmlns:p14="http://schemas.microsoft.com/office/powerpoint/2010/main" val="383677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627521D-37AB-F52E-2A42-513F7DDB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D56706A-9C8F-BC69-DC04-9A8F0423D65D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3CF58-4724-A2CF-8A69-E62E944EBA00}"/>
              </a:ext>
            </a:extLst>
          </p:cNvPr>
          <p:cNvSpPr txBox="1"/>
          <p:nvPr/>
        </p:nvSpPr>
        <p:spPr>
          <a:xfrm>
            <a:off x="427656" y="1150374"/>
            <a:ext cx="8716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3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.Retrieve the names of all borrowers who do not have any books checked out.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FEA47A-250A-D880-3C1B-A0B3D0E4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6" y="2081981"/>
            <a:ext cx="7876729" cy="13470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37067A-8AC6-64C5-7416-B7B1622B3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7" y="4227870"/>
            <a:ext cx="7096517" cy="7865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657B78-BE2A-8FC1-116D-A66BDDCE6834}"/>
              </a:ext>
            </a:extLst>
          </p:cNvPr>
          <p:cNvSpPr txBox="1"/>
          <p:nvPr/>
        </p:nvSpPr>
        <p:spPr>
          <a:xfrm>
            <a:off x="123570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No:5</a:t>
            </a:r>
          </a:p>
        </p:txBody>
      </p:sp>
    </p:spTree>
    <p:extLst>
      <p:ext uri="{BB962C8B-B14F-4D97-AF65-F5344CB8AC3E}">
        <p14:creationId xmlns:p14="http://schemas.microsoft.com/office/powerpoint/2010/main" val="246084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BB2A4F7-46F0-C751-24E1-9995DA0E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CB9A2C7C-5A76-EF0D-08F8-CD49C7CCF38D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20F3D-9F94-9562-3C3C-2DA748FB2D8F}"/>
              </a:ext>
            </a:extLst>
          </p:cNvPr>
          <p:cNvSpPr txBox="1"/>
          <p:nvPr/>
        </p:nvSpPr>
        <p:spPr>
          <a:xfrm>
            <a:off x="521111" y="1047135"/>
            <a:ext cx="8563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book that is loaned out from the "Sharpstown" branch and whose 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DueDate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2/3/18, retrieve the book title, the borrower's name, and the borrower's address.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B00BA5-61FE-7102-3A7A-D3C30BE47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9" y="1858297"/>
            <a:ext cx="9114686" cy="16900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9AC99-8A85-62A5-31AA-C9F7CA2D5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3903406"/>
            <a:ext cx="8642555" cy="19074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BAD4C7-5705-2EAF-A304-BA64565CA36D}"/>
              </a:ext>
            </a:extLst>
          </p:cNvPr>
          <p:cNvSpPr txBox="1"/>
          <p:nvPr/>
        </p:nvSpPr>
        <p:spPr>
          <a:xfrm>
            <a:off x="84243" y="635638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No:6</a:t>
            </a:r>
          </a:p>
        </p:txBody>
      </p:sp>
    </p:spTree>
    <p:extLst>
      <p:ext uri="{BB962C8B-B14F-4D97-AF65-F5344CB8AC3E}">
        <p14:creationId xmlns:p14="http://schemas.microsoft.com/office/powerpoint/2010/main" val="312040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7613B8-8F89-2C3B-D069-06BF9938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B4E9ABA-C7A1-CDE6-7C8D-08BE8809E0D8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2D702-72BA-418D-3D5D-1E75544FFBDA}"/>
              </a:ext>
            </a:extLst>
          </p:cNvPr>
          <p:cNvSpPr txBox="1"/>
          <p:nvPr/>
        </p:nvSpPr>
        <p:spPr>
          <a:xfrm>
            <a:off x="540774" y="1297858"/>
            <a:ext cx="86032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library branch, retrieve the branch name and the total number of books loaned out from that branch.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72AB6-A61E-3F22-F782-23A6DAE7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4" y="2237255"/>
            <a:ext cx="8158427" cy="1496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0AFE0-A691-114B-E1EE-5AEBAD5AD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76" y="4205696"/>
            <a:ext cx="6816471" cy="1211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DF498A-84D7-0FD0-C895-074AE51CF9EE}"/>
              </a:ext>
            </a:extLst>
          </p:cNvPr>
          <p:cNvSpPr txBox="1"/>
          <p:nvPr/>
        </p:nvSpPr>
        <p:spPr>
          <a:xfrm>
            <a:off x="150351" y="635638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No:7</a:t>
            </a:r>
          </a:p>
        </p:txBody>
      </p:sp>
    </p:spTree>
    <p:extLst>
      <p:ext uri="{BB962C8B-B14F-4D97-AF65-F5344CB8AC3E}">
        <p14:creationId xmlns:p14="http://schemas.microsoft.com/office/powerpoint/2010/main" val="122434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509A012-0475-8957-5E6E-D74F4C20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CAD340-27EC-3FFA-00F0-62453025DE65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D234A-7BB5-02BF-BE5F-89F3ABCC74AE}"/>
              </a:ext>
            </a:extLst>
          </p:cNvPr>
          <p:cNvSpPr txBox="1"/>
          <p:nvPr/>
        </p:nvSpPr>
        <p:spPr>
          <a:xfrm>
            <a:off x="427656" y="1219200"/>
            <a:ext cx="87163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.Retrieve the names, addresses, and number of books checked out for all borrowers who have more than five books checked out.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0C0E6-4895-2D02-19AE-E1AA263AF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52" y="2163096"/>
            <a:ext cx="8370924" cy="1573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5C80F2-8046-77F6-66C4-8D6403AA0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39" y="4126156"/>
            <a:ext cx="6800722" cy="12290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D751A7-0F55-56D5-FAEB-3028A6219799}"/>
              </a:ext>
            </a:extLst>
          </p:cNvPr>
          <p:cNvSpPr txBox="1"/>
          <p:nvPr/>
        </p:nvSpPr>
        <p:spPr>
          <a:xfrm>
            <a:off x="140852" y="6362788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No:8</a:t>
            </a:r>
          </a:p>
        </p:txBody>
      </p:sp>
    </p:spTree>
    <p:extLst>
      <p:ext uri="{BB962C8B-B14F-4D97-AF65-F5344CB8AC3E}">
        <p14:creationId xmlns:p14="http://schemas.microsoft.com/office/powerpoint/2010/main" val="164674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A7DF8C9-77FE-D626-A6EE-FEC2BE4F1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1E8A7D9-33F7-5C44-BEEB-71CE9D4BE3C2}"/>
              </a:ext>
            </a:extLst>
          </p:cNvPr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Task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E8224-AAE1-F93D-D955-81F0E224907C}"/>
              </a:ext>
            </a:extLst>
          </p:cNvPr>
          <p:cNvSpPr txBox="1"/>
          <p:nvPr/>
        </p:nvSpPr>
        <p:spPr>
          <a:xfrm>
            <a:off x="619432" y="1248697"/>
            <a:ext cx="85245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000"/>
              </a:spcBef>
            </a:pPr>
            <a:r>
              <a:rPr lang="en-US" sz="1600" b="1" dirty="0">
                <a:latin typeface="Arial" panose="020B0604020202020204" pitchFamily="34" charset="0"/>
              </a:rPr>
              <a:t>7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.For each book authored by "Stephen King", retrieve the title and the number of copies owned by the library branch whose name is "Central".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859AA-C18D-9026-E09F-D2B24CF97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2" y="2138933"/>
            <a:ext cx="6424217" cy="162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DF0D52-16D1-29D0-D4BB-B011B081E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4" y="4238523"/>
            <a:ext cx="6134632" cy="9373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FA23BF-D46C-4739-562C-ACF8E995E850}"/>
              </a:ext>
            </a:extLst>
          </p:cNvPr>
          <p:cNvSpPr txBox="1"/>
          <p:nvPr/>
        </p:nvSpPr>
        <p:spPr>
          <a:xfrm>
            <a:off x="103906" y="63713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No:9</a:t>
            </a:r>
          </a:p>
        </p:txBody>
      </p:sp>
    </p:spTree>
    <p:extLst>
      <p:ext uri="{BB962C8B-B14F-4D97-AF65-F5344CB8AC3E}">
        <p14:creationId xmlns:p14="http://schemas.microsoft.com/office/powerpoint/2010/main" val="30173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F1BDF37-A9FB-736B-C254-B7032401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B619AA-A3F9-33F7-44B2-79ED0D37445F}"/>
              </a:ext>
            </a:extLst>
          </p:cNvPr>
          <p:cNvSpPr txBox="1"/>
          <p:nvPr/>
        </p:nvSpPr>
        <p:spPr>
          <a:xfrm>
            <a:off x="516835" y="3750455"/>
            <a:ext cx="4707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0F4CA-5C4E-A0BA-F4AC-143569256AED}"/>
              </a:ext>
            </a:extLst>
          </p:cNvPr>
          <p:cNvSpPr txBox="1"/>
          <p:nvPr/>
        </p:nvSpPr>
        <p:spPr>
          <a:xfrm>
            <a:off x="742976" y="1553273"/>
            <a:ext cx="99741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🔹 Successfully designed a structured </a:t>
            </a:r>
            <a:r>
              <a:rPr lang="en-US" b="1" dirty="0"/>
              <a:t>relational database</a:t>
            </a:r>
            <a:r>
              <a:rPr lang="en-US" dirty="0"/>
              <a:t> for library management.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Created 7 interconnected tables using </a:t>
            </a:r>
            <a:r>
              <a:rPr lang="en-US" b="1" dirty="0"/>
              <a:t>Primary Keys</a:t>
            </a:r>
            <a:r>
              <a:rPr lang="en-US" dirty="0"/>
              <a:t> and </a:t>
            </a:r>
            <a:r>
              <a:rPr lang="en-US" b="1" dirty="0"/>
              <a:t>Foreign Keys</a:t>
            </a:r>
            <a:r>
              <a:rPr lang="en-US" dirty="0"/>
              <a:t> to maintain data integrity.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Established clear relationships between books, authors, publishers, branches, borrowers, and loans.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🔹 Performed analytical SQL queries to track book availability, loan records, and borrower activity</a:t>
            </a:r>
          </a:p>
          <a:p>
            <a:endParaRPr lang="en-US" dirty="0"/>
          </a:p>
          <a:p>
            <a:r>
              <a:rPr lang="en-US" dirty="0"/>
              <a:t>.</a:t>
            </a:r>
          </a:p>
          <a:p>
            <a:r>
              <a:rPr lang="en-US" dirty="0"/>
              <a:t>🔹 Improved understanding of real-world database design and SQL operations like JOIN, GROUP BY, and COUNT().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B8938-0AFA-532C-04E5-8FCA9F1E90B1}"/>
              </a:ext>
            </a:extLst>
          </p:cNvPr>
          <p:cNvSpPr txBox="1"/>
          <p:nvPr/>
        </p:nvSpPr>
        <p:spPr>
          <a:xfrm>
            <a:off x="851131" y="390296"/>
            <a:ext cx="6170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 – Library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14407-3B1D-800D-D19A-781B3D0824DB}"/>
              </a:ext>
            </a:extLst>
          </p:cNvPr>
          <p:cNvSpPr txBox="1"/>
          <p:nvPr/>
        </p:nvSpPr>
        <p:spPr>
          <a:xfrm>
            <a:off x="88491" y="6392473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Page No:10</a:t>
            </a:r>
          </a:p>
        </p:txBody>
      </p:sp>
    </p:spTree>
    <p:extLst>
      <p:ext uri="{BB962C8B-B14F-4D97-AF65-F5344CB8AC3E}">
        <p14:creationId xmlns:p14="http://schemas.microsoft.com/office/powerpoint/2010/main" val="314987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507</Words>
  <Application>Microsoft Office PowerPoint</Application>
  <PresentationFormat>Widescreen</PresentationFormat>
  <Paragraphs>73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Lato Black</vt:lpstr>
      <vt:lpstr>Calibri</vt:lpstr>
      <vt:lpstr>Cambria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Jaswanth Chandramalla</cp:lastModifiedBy>
  <cp:revision>3</cp:revision>
  <dcterms:created xsi:type="dcterms:W3CDTF">2021-02-16T05:19:01Z</dcterms:created>
  <dcterms:modified xsi:type="dcterms:W3CDTF">2026-02-24T04:19:27Z</dcterms:modified>
</cp:coreProperties>
</file>